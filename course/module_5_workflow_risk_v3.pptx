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2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25"/>
    <p:sldId id="266" r:id="rId12"/>
    <p:sldId id="267" r:id="rId13"/>
    <p:sldId id="268" r:id="rId14"/>
    <p:sldId id="275" r:id="rId26"/>
    <p:sldId id="269" r:id="rId15"/>
    <p:sldId id="270" r:id="rId16"/>
    <p:sldId id="271" r:id="rId17"/>
    <p:sldId id="276" r:id="rId2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RISK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60020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863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Workflow &amp;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tool, one repeatable process, and the risk math that keeps it survivable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5.1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Pre-Trade Checklist</a:t>
            </a:r>
            <a:endParaRPr lang="en-US" sz="3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Glue This to Your Monitor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AMD phase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HTF daily bias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8346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you're in your window (10 AM–12 PM ET while learning)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3375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session liquidity targets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8404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volume profile agreement (30-minute chart). Mark the POC: is it your entry or your target?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43434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CRT confluence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48463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risk before entry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time. No skipping steps because you're excited.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Risk Trading  |  The Curriculum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•  LESSON 5.1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Lesson 5.1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9385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or save this checklist somewhere you'll see it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photo of wherever you put it: screen, wall, notebook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5.2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Sizing &amp; Daily Risk Rules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Math, In Plain Terms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023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Decide how many dollars you're willing to risk on this one trade
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Divide that by how many points your stop is away from entry
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Divide by $50 (the ES point value)
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formula professional sizing is built on.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that's not what you'll use day to day. See the next slide.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Risk Trading  |  The Curriculum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•  LESSON 5.2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Actual Position Size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2377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or 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contracts: your choice, fixed every trade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474720" cy="2377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2148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1.5x–2x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4340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growth before sizing up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474720" cy="2377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148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3816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contracts max once you hit that milestone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1 ES contract. A stopped trade is $175 to $200, inside the $200 early-session limit. Option B: 2 ES contracts with a $400 daily limit. A stopped trade is $350 to $400, so one loss ends your session. A gives you more attempts. B makes bigger moves, but only one loss is allowed.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Risk Trading  |  The Curriculum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•  LESSON 5.2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It to Your Daily Ceiling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023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your hard stop risks $175 to $200 per trade. Option B: $350 to $400, and one loss ends your session. Do the quick math for your option: 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losing trades would it take to hit your daily limit?</a:t>
            </a:r>
            <a:pPr indent="0" marL="0">
              <a:lnSpc>
                <a:spcPct val="130000"/>
              </a:lnSpc>
              <a:buNone/>
            </a:pP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don't know that number before you start trading, you're flying blind. Once you can answer it without doing math in the moment, you're ready to size up, to a max of 4 ES contracts.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Risk Trading  |  The Curriculum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•  LESSON 5.2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Daily Risk Ceiling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2377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risk, total, per 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474720" cy="2377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2148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4340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during manipulation session (3:00–9:29 AM)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474720" cy="2377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148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3816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trades, that's the goal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my numbers. Set your own daily cap before you trade, and in an eval it's the firm's daily loss limit. More trades isn't better; it usually means you stopped waiting for the real setup.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Risk Trading  |  The Curriculum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•  LESSON 5.2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Daily Profit Goal (While Learning)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023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set it. Use whichever fits you:
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target: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$400/day
</a:t>
            </a:r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Personalized: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hourly rate × 8) × 2
</a:t>
            </a:r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$20/hr × 8 = $160, then × 2 = $320
It's a reference number, not a quota. You still stop after 1–2 good trades.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Risk Trading  |  The Curriculum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•  LESSON 5.2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Lesson 5.2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9385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Option A (1 ES) or B (2 ES), then calculate your dollar risk on a real setup with the hard stop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your daily limit, then how many losers like that it allows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34930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your daily profit goal ($400 flat, or hourly rate × 8 × 2) and post all three numbers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5.3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Placement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Hard Stop, Every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023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stop is a hard stop, 3.5 to 4 points from your entry on ES. 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setup: the sweep entry and the POC entry. That's $175 to $200 of risk per ES contract: $175 to $200 on Option A, $350 to $400 on Option B.
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manage my own trades by hand. You use the hard stop, and you never take a trade without one.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Risk Trading  |  The Curriculum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•  LESSON 5.3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Lesson 5.3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9385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CRT screenshot from Module 3, mark your entry and a 3.5 to 4 point hard stop from it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it with your dollar risk for your option, 1 or 2 ES contracts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5.4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Worked Example</a:t>
            </a:r>
            <a:endParaRPr lang="en-US" sz="3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Trade. Every Piece.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read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126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1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4155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CRT entry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04800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48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0022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liquidity / volume confirmation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63474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347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5890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size calculated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22148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2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41757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stop placed, 3.5 to 4 points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80822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082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47625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set (top or bottom of the range), measured in R against that stop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Risk Trading  |  The Curriculum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•  LESSON 5.4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Lesson 5.4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9385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Re-create this exact walkthrough on your own chart using a setup from this week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7157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the full breakdown, every step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Module 5 capstone, proof this is one process, not five separate tools you're juggling.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Checklist,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023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live chart. Run the 7-step checklist out loud on a recent setup and check off each item as you go.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Risk Trading  |  The Curriculum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•  LESSON 5.1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Sizing a Real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023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live chart. 3.5 to 4 point hard stop. Option A, 1 ES contract: $175 to $200 of risk. Option B, 2 ES contracts: $350 to $400, and one loss ends the session. Then show the profit goal next to it.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Risk Trading  |  The Curriculum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•  LESSON 5.2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the Hard Stop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023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live chart. Take a sweep entry and measure a 3.5 to 4 point hard stop from the entry. Count the points out loud, then show the dollar risk: $175 to $200 per contract on Option A, $350 to $400 at 2 contracts on Option B.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Risk Trading  |  The Curriculum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•  LESSON 5.3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Trade,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023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live chart. AMD read, CRT entry, session liquidity and volume confirmation, position size, 3.5 to 4 point hard stop, target measured in R.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Risk Trading  |  The Curriculum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•  LESSON 5.4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2026-08-26T22:22:33Z</dcterms:created>
  <dcterms:modified xsi:type="dcterms:W3CDTF">2026-08-26T22:22:33Z</dcterms:modified>
</cp:coreProperties>
</file>